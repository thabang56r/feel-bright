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5486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•  AI SAAS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Sentio AI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</a:t>
            </a:r>
            <a:pPr indent="0" marL="0">
              <a:buNone/>
            </a:pPr>
            <a:r>
              <a:rPr lang="en-US" sz="4400" i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pPr indent="0" marL="0">
              <a:buNone/>
            </a:pPr>
            <a:r>
              <a:rPr lang="en-US" sz="4400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Platform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emotion at scale — turning unstructured feedback into business intelligence in real time.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77440" y="5394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37744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0" y="5394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20624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5394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03504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 are drowning in feedback.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200400"/>
            <a:ext cx="45720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383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Overload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reviews, tweets and tickets generated daily — impossible to read manually.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292608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3200400"/>
            <a:ext cx="45720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3383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Reactions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17720" y="40233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teams spot a problem, the damage to brand reputation is already done.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38160" y="292608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3200400"/>
            <a:ext cx="45720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3383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Signals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412480" y="40233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trends in customer sentiment go unnoticed — opportunities and risks alike.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Sentio AI.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SaaS platform that uses AI to classify, score and visualize sentiment across every customer touchpoint — in seconds.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914400"/>
            <a:ext cx="41148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914400"/>
            <a:ext cx="4114800" cy="50292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743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Don't read the data.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Listen to it. 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4206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sentiment scoring on text streams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2801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4983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social, email, support tickets, CSV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394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5760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recommendations, not just dashboards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CORE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analysts. Loved by execs.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3774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charts, sentiment distribution and live KPIs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774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34924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Bulk Analyzer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34924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text or CSV upload with batch scoring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14400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Analytics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14400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trends and breakdown by source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✺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55448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554480" y="4892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from negative-pattern detection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4340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0" y="44348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3492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Export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349240" y="4892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log + CSV / PDF report download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3816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66760" y="4434840"/>
            <a:ext cx="640080" cy="640080"/>
          </a:xfrm>
          <a:prstGeom prst="ellipse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6676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14400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9144000" y="4892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login, signup and protected routes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2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text to insight in 4 steps.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34640" y="3383280"/>
            <a:ext cx="548640" cy="36576"/>
          </a:xfrm>
          <a:prstGeom prst="rect">
            <a:avLst/>
          </a:prstGeom>
          <a:solidFill>
            <a:srgbClr val="B388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468880"/>
            <a:ext cx="1097280" cy="1097280"/>
          </a:xfrm>
          <a:prstGeom prst="ellipse">
            <a:avLst/>
          </a:prstGeom>
          <a:solidFill>
            <a:srgbClr val="B388FF"/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0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text or upload CSV from any source channel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3383280"/>
            <a:ext cx="548640" cy="36576"/>
          </a:xfrm>
          <a:prstGeom prst="rect">
            <a:avLst/>
          </a:prstGeom>
          <a:solidFill>
            <a:srgbClr val="B388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2468880"/>
            <a:ext cx="1097280" cy="1097280"/>
          </a:xfrm>
          <a:prstGeom prst="ellipse">
            <a:avLst/>
          </a:prstGeom>
          <a:solidFill>
            <a:srgbClr val="B388FF"/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0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AI service scores sentiment + confidence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3383280"/>
            <a:ext cx="548640" cy="36576"/>
          </a:xfrm>
          <a:prstGeom prst="rect">
            <a:avLst/>
          </a:prstGeom>
          <a:solidFill>
            <a:srgbClr val="B388FF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2468880"/>
            <a:ext cx="1097280" cy="1097280"/>
          </a:xfrm>
          <a:prstGeom prst="ellipse">
            <a:avLst/>
          </a:prstGeom>
          <a:solidFill>
            <a:srgbClr val="B388FF"/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0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4389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charts trends and distribution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0" y="2468880"/>
            <a:ext cx="1097280" cy="1097280"/>
          </a:xfrm>
          <a:prstGeom prst="ellipse">
            <a:avLst/>
          </a:prstGeom>
          <a:solidFill>
            <a:srgbClr val="B388FF"/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0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0525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52560" y="4389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surface what to fix, build or amplify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TECH STACK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Modern. Scalable. API-ready.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6162E">
              <a:alpha val="95000"/>
            </a:srgbClr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468880"/>
            <a:ext cx="548640" cy="73152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 + TypeScript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TanStack Router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Recharts + Chart.js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Framer-style animations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4340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6162E">
              <a:alpha val="95000"/>
            </a:srgbClr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468880"/>
            <a:ext cx="548640" cy="7315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177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177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Authentication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177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Axios HTTP layer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617720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 limiting &amp; CORS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13816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6162E">
              <a:alpha val="95000"/>
            </a:srgbClr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0" y="2468880"/>
            <a:ext cx="54864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Data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84124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FastAPI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41248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NLP sentiment model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41248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Atlas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124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Async processing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412480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Confidence scoring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separation of concerns.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162E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137160" cy="822960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2377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— UI, routing, charts, auth 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162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46120"/>
            <a:ext cx="137160" cy="82296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33375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JWT, validation, rate limiting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162E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06240"/>
            <a:ext cx="137160" cy="8229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— sentiment model + scoring engine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16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66360"/>
            <a:ext cx="137160" cy="82296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5257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users, analyses, history, exports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DEMO HIGHLIGHTS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see live.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423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37360" y="29718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demo@sentio.ai — protected route loads KPIs, trend charts and recent analyses.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1945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423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406640" y="2468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Tweet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06640" y="29718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text, see confidence score, sentiment label and extracted keywords in under a second.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526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73736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Upload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737360" y="50749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CSV of reviews — batch processing pipeline scores them all and updates analytics.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162E">
              <a:alpha val="95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4526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40664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&amp; Export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406640" y="50749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auto-generated recommendations from negative-review patterns, export as CSV or PDF.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PROJECTED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Sentio matters.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6162E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457200" cy="54864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6162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743200"/>
            <a:ext cx="45720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017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566160" y="4389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on benchmark sets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6162E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743200"/>
            <a:ext cx="45720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017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support response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3774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616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743200"/>
            <a:ext cx="4572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3017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9235440" y="4389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customer pulse 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portfolio-grade SaaS — production-ready architecture, enterprise UI, real engineering.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38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feedback and contributions welcome.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572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3464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demo@sentio.ai  /  demo1234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16636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166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34640" y="5166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Node • FastAPI • MongoDB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76072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760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34640" y="5760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•  Production-Ready Frontend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SENTIO AI  •  WEEK 4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Sentio AI – Week 4 Project</dc:title>
  <dc:subject>PptxGenJS Presentation</dc:subject>
  <dc:creator>Sentio AI Team</dc:creator>
  <cp:lastModifiedBy>Sentio AI Team</cp:lastModifiedBy>
  <cp:revision>1</cp:revision>
  <dcterms:created xsi:type="dcterms:W3CDTF">2026-05-24T02:23:16Z</dcterms:created>
  <dcterms:modified xsi:type="dcterms:W3CDTF">2026-05-24T02:23:16Z</dcterms:modified>
</cp:coreProperties>
</file>